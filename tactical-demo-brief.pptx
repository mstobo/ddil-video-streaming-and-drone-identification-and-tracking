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Video Over a Degraded Link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2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UDP vs. Solace-bridged RTSP — under live traffic shaping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41280" y="548640"/>
            <a:ext cx="1554480" cy="1554480"/>
          </a:xfrm>
          <a:prstGeom prst="ellipse">
            <a:avLst/>
          </a:prstGeom>
          <a:solidFill>
            <a:srgbClr val="00C895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4937760"/>
            <a:ext cx="1005840" cy="1005840"/>
          </a:xfrm>
          <a:prstGeom prst="ellipse">
            <a:avLst/>
          </a:prstGeom>
          <a:solidFill>
            <a:srgbClr val="ABFF88">
              <a:alpha val="2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Stobo  ·  Solace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— Already Running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build live — picking up mid-stream.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EC2 hosts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subnet and a receiver subnet, already joined by a VPN path carrying live traffic.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093B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414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already applied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072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tc/netem + htb on that link: 768 kbit cap, jitter, and configured packet loss — already in effect.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741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already publishing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98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is streaming raw UDP, and src_cascade is publishing the same RTSP feed into Broker 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093B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068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already up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72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A's bridge-to-b queue is already bridging to Broker B across the shaped link.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39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viewers already open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6052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sink_cascade and two VLC windows — Direct UDP and Via Solace — are already running on the receiver.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paths, one shaped link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246120" cy="5212080"/>
          </a:xfrm>
          <a:prstGeom prst="rect">
            <a:avLst/>
          </a:prstGeom>
          <a:ln w="12700">
            <a:solidFill>
              <a:srgbClr val="D6D6D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SUBNET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89520" y="1325880"/>
            <a:ext cx="4206240" cy="5212080"/>
          </a:xfrm>
          <a:prstGeom prst="rect">
            <a:avLst/>
          </a:prstGeom>
          <a:ln w="12700">
            <a:solidFill>
              <a:srgbClr val="D6D6D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5895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SUBNET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1325880"/>
            <a:ext cx="3246120" cy="5212080"/>
          </a:xfrm>
          <a:prstGeom prst="rect">
            <a:avLst/>
          </a:prstGeom>
          <a:solidFill>
            <a:srgbClr val="EAEAE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828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netem + htb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kbit · jitter ·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2788920" cy="640080"/>
          </a:xfrm>
          <a:prstGeom prst="rect">
            <a:avLst/>
          </a:prstGeom>
          <a:solidFill>
            <a:srgbClr val="F4F4F4"/>
          </a:solidFill>
          <a:ln w="15875">
            <a:solidFill>
              <a:srgbClr val="093B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— RTSP source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926080"/>
            <a:ext cx="594360" cy="0"/>
          </a:xfrm>
          <a:prstGeom prst="line">
            <a:avLst/>
          </a:prstGeom>
          <a:noFill/>
          <a:ln w="19050">
            <a:solidFill>
              <a:srgbClr val="093B5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474720" y="2587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78040" y="2926080"/>
            <a:ext cx="411480" cy="0"/>
          </a:xfrm>
          <a:prstGeom prst="line">
            <a:avLst/>
          </a:prstGeom>
          <a:noFill/>
          <a:ln w="19050">
            <a:solidFill>
              <a:srgbClr val="093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2606040"/>
            <a:ext cx="3749040" cy="640080"/>
          </a:xfrm>
          <a:prstGeom prst="rect">
            <a:avLst/>
          </a:prstGeom>
          <a:solidFill>
            <a:srgbClr val="F4F4F4"/>
          </a:solidFill>
          <a:ln w="15875">
            <a:solidFill>
              <a:srgbClr val="093B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ffplay — Direct UDP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264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A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from loss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880360" cy="914400"/>
          </a:xfrm>
          <a:prstGeom prst="rect">
            <a:avLst/>
          </a:prstGeom>
          <a:solidFill>
            <a:srgbClr val="E7FBF3"/>
          </a:solidFill>
          <a:ln w="15875">
            <a:solidFill>
              <a:srgbClr val="00C89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60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src_cascade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Broker A + bridge-to-b queue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29000" y="4617720"/>
            <a:ext cx="548640" cy="0"/>
          </a:xfrm>
          <a:prstGeom prst="line">
            <a:avLst/>
          </a:prstGeom>
          <a:noFill/>
          <a:ln w="25400">
            <a:solidFill>
              <a:srgbClr val="00C89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474720" y="4297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SMF bridge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4617720"/>
            <a:ext cx="411480" cy="0"/>
          </a:xfrm>
          <a:prstGeom prst="line">
            <a:avLst/>
          </a:prstGeom>
          <a:noFill/>
          <a:ln w="25400">
            <a:solidFill>
              <a:srgbClr val="00C89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18120" y="4160520"/>
            <a:ext cx="3749040" cy="640080"/>
          </a:xfrm>
          <a:prstGeom prst="rect">
            <a:avLst/>
          </a:prstGeom>
          <a:solidFill>
            <a:srgbClr val="E7FBF3"/>
          </a:solidFill>
          <a:ln w="15875">
            <a:solidFill>
              <a:srgbClr val="00C89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 → sink_cascade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288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until delivered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92640" y="4800600"/>
            <a:ext cx="0" cy="320040"/>
          </a:xfrm>
          <a:prstGeom prst="line">
            <a:avLst/>
          </a:prstGeom>
          <a:noFill/>
          <a:ln w="25400">
            <a:solidFill>
              <a:srgbClr val="00C89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18120" y="5120640"/>
            <a:ext cx="3749040" cy="640080"/>
          </a:xfrm>
          <a:prstGeom prst="rect">
            <a:avLst/>
          </a:prstGeom>
          <a:solidFill>
            <a:srgbClr val="E7FBF3"/>
          </a:solidFill>
          <a:ln w="15875">
            <a:solidFill>
              <a:srgbClr val="00C89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18120" y="5120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ffplay — Via Solace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5788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clean under shaping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00700" y="6263640"/>
            <a:ext cx="0" cy="-502920"/>
          </a:xfrm>
          <a:prstGeom prst="line">
            <a:avLst/>
          </a:prstGeom>
          <a:noFill/>
          <a:ln w="25400">
            <a:solidFill>
              <a:srgbClr val="FCA829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3977640" y="6309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iperf3 flood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starts ON. We only turn it off at the end — as proof, not setup.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3291840"/>
            <a:ext cx="9784080" cy="0"/>
          </a:xfrm>
          <a:prstGeom prst="line">
            <a:avLst/>
          </a:prstGeom>
          <a:noFill/>
          <a:ln w="25400">
            <a:solidFill>
              <a:srgbClr val="D6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3044952"/>
            <a:ext cx="493776" cy="493776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404164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feeds already running, shaping already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7852" y="3044952"/>
            <a:ext cx="493776" cy="493776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7852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7462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UDP Degrades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4620" y="404164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and corrupts under loss + congestion.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33872" y="3044952"/>
            <a:ext cx="493776" cy="493776"/>
          </a:xfrm>
          <a:prstGeom prst="ellipse">
            <a:avLst/>
          </a:prstGeom>
          <a:solidFill>
            <a:srgbClr val="00C8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33872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Solace Stays Clean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04164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queue promotes + retries across the same link.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79892" y="3044952"/>
            <a:ext cx="493776" cy="493776"/>
          </a:xfrm>
          <a:prstGeom prst="ellipse">
            <a:avLst/>
          </a:prstGeom>
          <a:solidFill>
            <a:srgbClr val="FCA8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9892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6666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Reveal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66660" y="404164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shaping live — Direct UDP recovers too.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725912" y="3044952"/>
            <a:ext cx="493776" cy="493776"/>
          </a:xfrm>
          <a:prstGeom prst="ellipse">
            <a:avLst/>
          </a:prstGeom>
          <a:solidFill>
            <a:srgbClr val="093B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725912" y="3044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1268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12680" y="404164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floor for Q&amp;A.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run-of-show and prepared answers live in the Tactical Range Card.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93B5F"/>
          </a:solidFill>
          <a:ln w="12700">
            <a:solidFill>
              <a:srgbClr val="00C8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C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packets on the shaped link were rate-limited (htb overlimits) — real congestion, not just configured loss.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92640" y="5212080"/>
            <a:ext cx="1920240" cy="1920240"/>
          </a:xfrm>
          <a:prstGeom prst="ellipse">
            <a:avLst/>
          </a:prstGeom>
          <a:solidFill>
            <a:srgbClr val="00C895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457200"/>
            <a:ext cx="1097280" cy="1097280"/>
          </a:xfrm>
          <a:prstGeom prst="ellipse">
            <a:avLst/>
          </a:prstGeom>
          <a:solidFill>
            <a:srgbClr val="ABFF88">
              <a:alpha val="18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2026-09-14T17:19:17Z</dcterms:created>
  <dcterms:modified xsi:type="dcterms:W3CDTF">2026-09-14T17:19:17Z</dcterms:modified>
</cp:coreProperties>
</file>